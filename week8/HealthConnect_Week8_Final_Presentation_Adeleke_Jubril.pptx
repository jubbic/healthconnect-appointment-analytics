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453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and AI to Reduce Missed Appointments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703320"/>
            <a:ext cx="128016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- Data Analytics Track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Adeleke Jubril Adedeji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Experience Lab  |  HealthConnect Experience Lab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is a fictional healthcare provider facing a common but costly challenge: patients missing their scheduled appointments.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126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question: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HealthConnect Clinic use data and AI to reduce missed appointments and improve the patient support experience?”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0664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51.2%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2514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appointments in the dataset ended in a no-show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3383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fictional, anonymised appointment records analysed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4663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weeks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257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understanding through final validation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 - Data Analytics Track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Prepare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dataset against the data dictionary, checked data quality and identified the strongest early predictors of no-shows.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0332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Develop KPIs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8803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calculated 5 core KPIs and investigated how booking lead time and prior no-show history interact.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2940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Integrate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803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strongest pattern into a validated composite risk score, confirmed with statistical testing and handed a feature file to Data Science.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26880" y="1463040"/>
            <a:ext cx="2697480" cy="420624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555480" y="1691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23317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Refine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28803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re-tested every finding with alternate methods, checked stability across patient segments and caught a real data-quality defect in a cross-track file.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(Pandas, NumPy, SciPy, scikit-learn), Matplotlib, Seaborn, Jupyter Notebook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 - Final Validated Dashboard</a:t>
            </a:r>
            <a:endParaRPr lang="en-US" sz="2800" dirty="0"/>
          </a:p>
        </p:txBody>
      </p:sp>
      <p:pic>
        <p:nvPicPr>
          <p:cNvPr id="3" name="Image 0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00" y="1051560"/>
            <a:ext cx="7552721" cy="5349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Findings That Changed the Recommendation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6868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not universal, reminders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70.7%  →  58.7%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with vs without a reminder, for patients with exactly 2 prior no-shows (p=0.032) the only patient group where reminders showed a statistically proven effect.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a real access barrier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60.5%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1089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for patients living 20-50km from the clinic, vs 48.7% for the closest patients (p=0.0002) confirmed under two independent binning methods and not explained by appointment type.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Collaboration - HC-POD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composite risk-score feature file, with an explicit recommendation to use raw features over the bucketed score for modelling (AUC 0.679 vs 0.658).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0332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703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tested the handoff file itself  not just delivered it  checking for nulls, duplicate keys, and internal consistency.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629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&amp; Fixed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86 unflagged missing values in the distance field. Added an explicit missing-data flag and re-exported a corrected file.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146304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55548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5554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555480" y="2286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278892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that Data Science incorporated the risk interaction into their candidate model and adopted the corrected file for final training.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collaborated with: Data Science  |  Communication alone was not treated as sufficient — evidence is a corrected, re-tested file.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Refinement &amp; Final Outcome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338560" cy="396849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reproducibility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Re-derived from raw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 to reported 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completeness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records accounted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records dropped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stability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holds in every subgroup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in all age/type groups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Retest with quantile bins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Confirmed, p=0.0029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Reminder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Retest with effect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effect at prev_ns=2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 handoff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/ duplicate / consistency check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unflagged nulls found →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&amp; Re-tested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463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four-tier risk framework (Low/Medium/High/Very High) as the standard scheduling and outreach 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317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targeted reminders specifically for patients with exactly 2 prior no-shows before any wider rollout.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004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transport-access support for patients in the 20-50km band.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965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0690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manual case management for the small (~5%), high-risk “Very High” tier.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965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9377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explicit missing-data flags on any file handed between HealthConnect project tracks.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— Final Presentation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Closing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limitations: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Reminder-timing data (when, not just whether) is still unavailable.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smallest interaction cell (n=13) remains low-confidence.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validation is on the full dataset, not a held-out split.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18288" cy="3108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67512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1945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that looks solid as a percentage doesn't always survive independent retesting and validating cross-track artifacts, not just delivering them, is what catches real defects before they propagate.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Adeleke Jubril Adedeji  -  AnalystLab Africa Experience Lab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779</Words>
  <Application>Microsoft Office PowerPoint</Application>
  <PresentationFormat>Widescreen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SUPERBRANDZ .</cp:lastModifiedBy>
  <cp:revision>2</cp:revision>
  <dcterms:created xsi:type="dcterms:W3CDTF">2026-09-22T05:55:37Z</dcterms:created>
  <dcterms:modified xsi:type="dcterms:W3CDTF">2026-09-26T14:31:30Z</dcterms:modified>
</cp:coreProperties>
</file>